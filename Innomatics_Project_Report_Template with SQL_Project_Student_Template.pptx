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9" r:id="rId6"/>
    <p:sldId id="261" r:id="rId7"/>
    <p:sldId id="262" r:id="rId8"/>
    <p:sldId id="264" r:id="rId9"/>
    <p:sldId id="272" r:id="rId10"/>
    <p:sldId id="267" r:id="rId11"/>
    <p:sldId id="266" r:id="rId12"/>
    <p:sldId id="268" r:id="rId13"/>
    <p:sldId id="270" r:id="rId14"/>
    <p:sldId id="271" r:id="rId15"/>
    <p:sldId id="259" r:id="rId16"/>
  </p:sldIdLst>
  <p:sldSz cx="12192000" cy="6858000"/>
  <p:notesSz cx="6858000" cy="9144000"/>
  <p:embeddedFontLst>
    <p:embeddedFont>
      <p:font typeface="Lato Black" panose="020F0502020204030203" pitchFamily="34" charset="0"/>
      <p:bold r:id="rId18"/>
    </p:embeddedFont>
    <p:embeddedFont>
      <p:font typeface="Libre Baskerville" panose="02000000000000000000" pitchFamily="2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18AD94-E283-43EA-9B71-F1CB90F4C7F0}" v="39" dt="2025-12-20T09:01:38.778"/>
    <p1510:client id="{BAD5BEFE-413F-4124-8209-43321FDF636E}" v="51" dt="2025-12-20T03:50:15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dika warke" userId="6eb2be13ec5a159a" providerId="LiveId" clId="{48CD4846-53D5-485A-A492-16EF33AD2170}"/>
    <pc:docChg chg="undo custSel addSld delSld modSld sldOrd">
      <pc:chgData name="vedika warke" userId="6eb2be13ec5a159a" providerId="LiveId" clId="{48CD4846-53D5-485A-A492-16EF33AD2170}" dt="2025-12-20T09:01:38.777" v="593"/>
      <pc:docMkLst>
        <pc:docMk/>
      </pc:docMkLst>
      <pc:sldChg chg="modTransition">
        <pc:chgData name="vedika warke" userId="6eb2be13ec5a159a" providerId="LiveId" clId="{48CD4846-53D5-485A-A492-16EF33AD2170}" dt="2025-12-20T08:07:51.436" v="461"/>
        <pc:sldMkLst>
          <pc:docMk/>
          <pc:sldMk cId="0" sldId="256"/>
        </pc:sldMkLst>
      </pc:sldChg>
      <pc:sldChg chg="modSp mod">
        <pc:chgData name="vedika warke" userId="6eb2be13ec5a159a" providerId="LiveId" clId="{48CD4846-53D5-485A-A492-16EF33AD2170}" dt="2025-12-20T07:13:03.872" v="36" actId="14100"/>
        <pc:sldMkLst>
          <pc:docMk/>
          <pc:sldMk cId="0" sldId="257"/>
        </pc:sldMkLst>
        <pc:spChg chg="mod">
          <ac:chgData name="vedika warke" userId="6eb2be13ec5a159a" providerId="LiveId" clId="{48CD4846-53D5-485A-A492-16EF33AD2170}" dt="2025-12-20T07:13:03.872" v="36" actId="14100"/>
          <ac:spMkLst>
            <pc:docMk/>
            <pc:sldMk cId="0" sldId="257"/>
            <ac:spMk id="104" creationId="{00000000-0000-0000-0000-000000000000}"/>
          </ac:spMkLst>
        </pc:spChg>
      </pc:sldChg>
      <pc:sldChg chg="modSp mod ord">
        <pc:chgData name="vedika warke" userId="6eb2be13ec5a159a" providerId="LiveId" clId="{48CD4846-53D5-485A-A492-16EF33AD2170}" dt="2025-12-20T08:09:00.627" v="463"/>
        <pc:sldMkLst>
          <pc:docMk/>
          <pc:sldMk cId="0" sldId="258"/>
        </pc:sldMkLst>
        <pc:spChg chg="mod">
          <ac:chgData name="vedika warke" userId="6eb2be13ec5a159a" providerId="LiveId" clId="{48CD4846-53D5-485A-A492-16EF33AD2170}" dt="2025-12-20T07:18:29.540" v="74" actId="20577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vedika warke" userId="6eb2be13ec5a159a" providerId="LiveId" clId="{48CD4846-53D5-485A-A492-16EF33AD2170}" dt="2025-12-20T07:49:25.458" v="360" actId="113"/>
          <ac:spMkLst>
            <pc:docMk/>
            <pc:sldMk cId="0" sldId="258"/>
            <ac:spMk id="111" creationId="{00000000-0000-0000-0000-000000000000}"/>
          </ac:spMkLst>
        </pc:spChg>
      </pc:sldChg>
      <pc:sldChg chg="modSp mod">
        <pc:chgData name="vedika warke" userId="6eb2be13ec5a159a" providerId="LiveId" clId="{48CD4846-53D5-485A-A492-16EF33AD2170}" dt="2025-12-20T07:38:50.451" v="280" actId="123"/>
        <pc:sldMkLst>
          <pc:docMk/>
          <pc:sldMk cId="2005748240" sldId="262"/>
        </pc:sldMkLst>
        <pc:spChg chg="mod">
          <ac:chgData name="vedika warke" userId="6eb2be13ec5a159a" providerId="LiveId" clId="{48CD4846-53D5-485A-A492-16EF33AD2170}" dt="2025-12-20T07:38:50.451" v="280" actId="123"/>
          <ac:spMkLst>
            <pc:docMk/>
            <pc:sldMk cId="2005748240" sldId="262"/>
            <ac:spMk id="4" creationId="{D19049B9-E897-87BB-6328-366B6048A37F}"/>
          </ac:spMkLst>
        </pc:spChg>
      </pc:sldChg>
      <pc:sldChg chg="new del">
        <pc:chgData name="vedika warke" userId="6eb2be13ec5a159a" providerId="LiveId" clId="{48CD4846-53D5-485A-A492-16EF33AD2170}" dt="2025-12-20T07:22:34.716" v="76" actId="47"/>
        <pc:sldMkLst>
          <pc:docMk/>
          <pc:sldMk cId="2292970789" sldId="265"/>
        </pc:sldMkLst>
      </pc:sldChg>
      <pc:sldChg chg="addSp modSp new mod">
        <pc:chgData name="vedika warke" userId="6eb2be13ec5a159a" providerId="LiveId" clId="{48CD4846-53D5-485A-A492-16EF33AD2170}" dt="2025-12-20T08:33:23.473" v="576" actId="1076"/>
        <pc:sldMkLst>
          <pc:docMk/>
          <pc:sldMk cId="2202251307" sldId="266"/>
        </pc:sldMkLst>
        <pc:spChg chg="mod">
          <ac:chgData name="vedika warke" userId="6eb2be13ec5a159a" providerId="LiveId" clId="{48CD4846-53D5-485A-A492-16EF33AD2170}" dt="2025-12-20T07:31:50.383" v="244" actId="27636"/>
          <ac:spMkLst>
            <pc:docMk/>
            <pc:sldMk cId="2202251307" sldId="266"/>
            <ac:spMk id="2" creationId="{694CD1EC-3497-643B-6C6E-B7F11033D0B8}"/>
          </ac:spMkLst>
        </pc:spChg>
        <pc:spChg chg="mod">
          <ac:chgData name="vedika warke" userId="6eb2be13ec5a159a" providerId="LiveId" clId="{48CD4846-53D5-485A-A492-16EF33AD2170}" dt="2025-12-20T08:32:06.067" v="566" actId="20577"/>
          <ac:spMkLst>
            <pc:docMk/>
            <pc:sldMk cId="2202251307" sldId="266"/>
            <ac:spMk id="3" creationId="{051199CB-F366-595C-70D3-112E262593B5}"/>
          </ac:spMkLst>
        </pc:spChg>
        <pc:picChg chg="add mod">
          <ac:chgData name="vedika warke" userId="6eb2be13ec5a159a" providerId="LiveId" clId="{48CD4846-53D5-485A-A492-16EF33AD2170}" dt="2025-12-20T08:32:24.137" v="570" actId="1076"/>
          <ac:picMkLst>
            <pc:docMk/>
            <pc:sldMk cId="2202251307" sldId="266"/>
            <ac:picMk id="5" creationId="{33B3C746-C56F-6AD0-6453-5AA0D2694175}"/>
          </ac:picMkLst>
        </pc:picChg>
        <pc:picChg chg="add mod modCrop">
          <ac:chgData name="vedika warke" userId="6eb2be13ec5a159a" providerId="LiveId" clId="{48CD4846-53D5-485A-A492-16EF33AD2170}" dt="2025-12-20T08:32:26.839" v="571" actId="1076"/>
          <ac:picMkLst>
            <pc:docMk/>
            <pc:sldMk cId="2202251307" sldId="266"/>
            <ac:picMk id="6" creationId="{F018BC16-0396-2AE9-0D89-0E88E36A89EC}"/>
          </ac:picMkLst>
        </pc:picChg>
        <pc:picChg chg="add mod">
          <ac:chgData name="vedika warke" userId="6eb2be13ec5a159a" providerId="LiveId" clId="{48CD4846-53D5-485A-A492-16EF33AD2170}" dt="2025-12-20T08:33:18.148" v="575" actId="1076"/>
          <ac:picMkLst>
            <pc:docMk/>
            <pc:sldMk cId="2202251307" sldId="266"/>
            <ac:picMk id="7" creationId="{F022D5B5-7A5A-E6F5-5B54-6152D6830D24}"/>
          </ac:picMkLst>
        </pc:picChg>
        <pc:picChg chg="add mod">
          <ac:chgData name="vedika warke" userId="6eb2be13ec5a159a" providerId="LiveId" clId="{48CD4846-53D5-485A-A492-16EF33AD2170}" dt="2025-12-20T08:33:23.473" v="576" actId="1076"/>
          <ac:picMkLst>
            <pc:docMk/>
            <pc:sldMk cId="2202251307" sldId="266"/>
            <ac:picMk id="9" creationId="{DEE9F1DA-FFEF-E624-938C-660871C4659D}"/>
          </ac:picMkLst>
        </pc:picChg>
      </pc:sldChg>
      <pc:sldChg chg="addSp modSp new mod">
        <pc:chgData name="vedika warke" userId="6eb2be13ec5a159a" providerId="LiveId" clId="{48CD4846-53D5-485A-A492-16EF33AD2170}" dt="2025-12-20T08:31:01.785" v="561" actId="1076"/>
        <pc:sldMkLst>
          <pc:docMk/>
          <pc:sldMk cId="4081884049" sldId="267"/>
        </pc:sldMkLst>
        <pc:spChg chg="mod">
          <ac:chgData name="vedika warke" userId="6eb2be13ec5a159a" providerId="LiveId" clId="{48CD4846-53D5-485A-A492-16EF33AD2170}" dt="2025-12-20T07:23:12.978" v="80" actId="1076"/>
          <ac:spMkLst>
            <pc:docMk/>
            <pc:sldMk cId="4081884049" sldId="267"/>
            <ac:spMk id="2" creationId="{4D407377-1729-9C4C-5F0F-10057662AA52}"/>
          </ac:spMkLst>
        </pc:spChg>
        <pc:spChg chg="mod">
          <ac:chgData name="vedika warke" userId="6eb2be13ec5a159a" providerId="LiveId" clId="{48CD4846-53D5-485A-A492-16EF33AD2170}" dt="2025-12-20T08:30:02.021" v="557" actId="20577"/>
          <ac:spMkLst>
            <pc:docMk/>
            <pc:sldMk cId="4081884049" sldId="267"/>
            <ac:spMk id="3" creationId="{55E87F40-6B47-F99C-22F3-272628F48CD0}"/>
          </ac:spMkLst>
        </pc:spChg>
        <pc:picChg chg="add mod modCrop">
          <ac:chgData name="vedika warke" userId="6eb2be13ec5a159a" providerId="LiveId" clId="{48CD4846-53D5-485A-A492-16EF33AD2170}" dt="2025-12-20T07:28:59.512" v="238" actId="1076"/>
          <ac:picMkLst>
            <pc:docMk/>
            <pc:sldMk cId="4081884049" sldId="267"/>
            <ac:picMk id="5" creationId="{8B4C08A3-5282-D480-9773-BC625FC455C2}"/>
          </ac:picMkLst>
        </pc:picChg>
        <pc:picChg chg="add mod">
          <ac:chgData name="vedika warke" userId="6eb2be13ec5a159a" providerId="LiveId" clId="{48CD4846-53D5-485A-A492-16EF33AD2170}" dt="2025-12-20T08:30:08.039" v="559" actId="1076"/>
          <ac:picMkLst>
            <pc:docMk/>
            <pc:sldMk cId="4081884049" sldId="267"/>
            <ac:picMk id="6" creationId="{93F08961-2EC6-6D87-62F4-4B20697F28FE}"/>
          </ac:picMkLst>
        </pc:picChg>
        <pc:picChg chg="add mod">
          <ac:chgData name="vedika warke" userId="6eb2be13ec5a159a" providerId="LiveId" clId="{48CD4846-53D5-485A-A492-16EF33AD2170}" dt="2025-12-20T08:30:05.293" v="558" actId="1076"/>
          <ac:picMkLst>
            <pc:docMk/>
            <pc:sldMk cId="4081884049" sldId="267"/>
            <ac:picMk id="7" creationId="{EE74890A-CAD9-EA9F-F07F-CC2F456DAFA9}"/>
          </ac:picMkLst>
        </pc:picChg>
        <pc:picChg chg="add mod">
          <ac:chgData name="vedika warke" userId="6eb2be13ec5a159a" providerId="LiveId" clId="{48CD4846-53D5-485A-A492-16EF33AD2170}" dt="2025-12-20T08:31:01.785" v="561" actId="1076"/>
          <ac:picMkLst>
            <pc:docMk/>
            <pc:sldMk cId="4081884049" sldId="267"/>
            <ac:picMk id="9" creationId="{D0B442C7-8A1D-BB24-9B92-5B6A7D1F753C}"/>
          </ac:picMkLst>
        </pc:picChg>
      </pc:sldChg>
      <pc:sldChg chg="addSp delSp modSp new mod">
        <pc:chgData name="vedika warke" userId="6eb2be13ec5a159a" providerId="LiveId" clId="{48CD4846-53D5-485A-A492-16EF33AD2170}" dt="2025-12-20T07:43:15.054" v="307" actId="12"/>
        <pc:sldMkLst>
          <pc:docMk/>
          <pc:sldMk cId="1757924091" sldId="268"/>
        </pc:sldMkLst>
        <pc:spChg chg="mod">
          <ac:chgData name="vedika warke" userId="6eb2be13ec5a159a" providerId="LiveId" clId="{48CD4846-53D5-485A-A492-16EF33AD2170}" dt="2025-12-20T07:42:52.678" v="297" actId="1076"/>
          <ac:spMkLst>
            <pc:docMk/>
            <pc:sldMk cId="1757924091" sldId="268"/>
            <ac:spMk id="2" creationId="{3A34D802-39D2-CB8D-CB78-9BC6B0C9ABA9}"/>
          </ac:spMkLst>
        </pc:spChg>
        <pc:spChg chg="del mod">
          <ac:chgData name="vedika warke" userId="6eb2be13ec5a159a" providerId="LiveId" clId="{48CD4846-53D5-485A-A492-16EF33AD2170}" dt="2025-12-20T07:41:36.629" v="286"/>
          <ac:spMkLst>
            <pc:docMk/>
            <pc:sldMk cId="1757924091" sldId="268"/>
            <ac:spMk id="3" creationId="{7C7748C9-69BC-735A-9F09-955673A6BA9E}"/>
          </ac:spMkLst>
        </pc:spChg>
        <pc:spChg chg="add mod">
          <ac:chgData name="vedika warke" userId="6eb2be13ec5a159a" providerId="LiveId" clId="{48CD4846-53D5-485A-A492-16EF33AD2170}" dt="2025-12-20T07:43:15.054" v="307" actId="12"/>
          <ac:spMkLst>
            <pc:docMk/>
            <pc:sldMk cId="1757924091" sldId="268"/>
            <ac:spMk id="4" creationId="{0B9B817D-B25B-76A4-8585-139EE2AF4B82}"/>
          </ac:spMkLst>
        </pc:spChg>
      </pc:sldChg>
      <pc:sldChg chg="modSp new mod">
        <pc:chgData name="vedika warke" userId="6eb2be13ec5a159a" providerId="LiveId" clId="{48CD4846-53D5-485A-A492-16EF33AD2170}" dt="2025-12-20T07:38:32.324" v="269" actId="1076"/>
        <pc:sldMkLst>
          <pc:docMk/>
          <pc:sldMk cId="669442563" sldId="269"/>
        </pc:sldMkLst>
        <pc:spChg chg="mod">
          <ac:chgData name="vedika warke" userId="6eb2be13ec5a159a" providerId="LiveId" clId="{48CD4846-53D5-485A-A492-16EF33AD2170}" dt="2025-12-20T07:37:15.401" v="264" actId="207"/>
          <ac:spMkLst>
            <pc:docMk/>
            <pc:sldMk cId="669442563" sldId="269"/>
            <ac:spMk id="2" creationId="{2A58A5CB-EFDC-F21F-A917-853D2E25518D}"/>
          </ac:spMkLst>
        </pc:spChg>
        <pc:spChg chg="mod">
          <ac:chgData name="vedika warke" userId="6eb2be13ec5a159a" providerId="LiveId" clId="{48CD4846-53D5-485A-A492-16EF33AD2170}" dt="2025-12-20T07:38:32.324" v="269" actId="1076"/>
          <ac:spMkLst>
            <pc:docMk/>
            <pc:sldMk cId="669442563" sldId="269"/>
            <ac:spMk id="3" creationId="{4CD43C79-98A1-2E62-94AF-E8C3A828F90C}"/>
          </ac:spMkLst>
        </pc:spChg>
      </pc:sldChg>
      <pc:sldChg chg="modSp new mod">
        <pc:chgData name="vedika warke" userId="6eb2be13ec5a159a" providerId="LiveId" clId="{48CD4846-53D5-485A-A492-16EF33AD2170}" dt="2025-12-20T07:46:34.342" v="333" actId="255"/>
        <pc:sldMkLst>
          <pc:docMk/>
          <pc:sldMk cId="2740016215" sldId="270"/>
        </pc:sldMkLst>
        <pc:spChg chg="mod">
          <ac:chgData name="vedika warke" userId="6eb2be13ec5a159a" providerId="LiveId" clId="{48CD4846-53D5-485A-A492-16EF33AD2170}" dt="2025-12-20T07:43:44.231" v="320" actId="207"/>
          <ac:spMkLst>
            <pc:docMk/>
            <pc:sldMk cId="2740016215" sldId="270"/>
            <ac:spMk id="2" creationId="{3ECBCD9A-C5EA-000A-97A7-F3FAB061C60B}"/>
          </ac:spMkLst>
        </pc:spChg>
        <pc:spChg chg="mod">
          <ac:chgData name="vedika warke" userId="6eb2be13ec5a159a" providerId="LiveId" clId="{48CD4846-53D5-485A-A492-16EF33AD2170}" dt="2025-12-20T07:46:34.342" v="333" actId="255"/>
          <ac:spMkLst>
            <pc:docMk/>
            <pc:sldMk cId="2740016215" sldId="270"/>
            <ac:spMk id="3" creationId="{7EE66F0B-1147-75AD-C584-B21009F96275}"/>
          </ac:spMkLst>
        </pc:spChg>
      </pc:sldChg>
      <pc:sldChg chg="modSp new mod">
        <pc:chgData name="vedika warke" userId="6eb2be13ec5a159a" providerId="LiveId" clId="{48CD4846-53D5-485A-A492-16EF33AD2170}" dt="2025-12-20T07:55:14.993" v="460" actId="113"/>
        <pc:sldMkLst>
          <pc:docMk/>
          <pc:sldMk cId="2030865695" sldId="271"/>
        </pc:sldMkLst>
        <pc:spChg chg="mod">
          <ac:chgData name="vedika warke" userId="6eb2be13ec5a159a" providerId="LiveId" clId="{48CD4846-53D5-485A-A492-16EF33AD2170}" dt="2025-12-20T07:54:28.408" v="454" actId="1076"/>
          <ac:spMkLst>
            <pc:docMk/>
            <pc:sldMk cId="2030865695" sldId="271"/>
            <ac:spMk id="2" creationId="{70BAD78A-D3AE-C3B7-B2B8-972DD0BCB599}"/>
          </ac:spMkLst>
        </pc:spChg>
        <pc:spChg chg="mod">
          <ac:chgData name="vedika warke" userId="6eb2be13ec5a159a" providerId="LiveId" clId="{48CD4846-53D5-485A-A492-16EF33AD2170}" dt="2025-12-20T07:55:14.993" v="460" actId="113"/>
          <ac:spMkLst>
            <pc:docMk/>
            <pc:sldMk cId="2030865695" sldId="271"/>
            <ac:spMk id="3" creationId="{06977296-A691-5C24-66B2-B83C92E4DE48}"/>
          </ac:spMkLst>
        </pc:spChg>
      </pc:sldChg>
      <pc:sldChg chg="addSp modSp new mod modTransition">
        <pc:chgData name="vedika warke" userId="6eb2be13ec5a159a" providerId="LiveId" clId="{48CD4846-53D5-485A-A492-16EF33AD2170}" dt="2025-12-20T09:01:38.777" v="593"/>
        <pc:sldMkLst>
          <pc:docMk/>
          <pc:sldMk cId="453037567" sldId="272"/>
        </pc:sldMkLst>
        <pc:spChg chg="mod">
          <ac:chgData name="vedika warke" userId="6eb2be13ec5a159a" providerId="LiveId" clId="{48CD4846-53D5-485A-A492-16EF33AD2170}" dt="2025-12-20T09:00:41.719" v="589" actId="14100"/>
          <ac:spMkLst>
            <pc:docMk/>
            <pc:sldMk cId="453037567" sldId="272"/>
            <ac:spMk id="2" creationId="{21AA9E9A-114F-657B-AD8A-0B6E0442EA6F}"/>
          </ac:spMkLst>
        </pc:spChg>
        <pc:picChg chg="add mod">
          <ac:chgData name="vedika warke" userId="6eb2be13ec5a159a" providerId="LiveId" clId="{48CD4846-53D5-485A-A492-16EF33AD2170}" dt="2025-12-20T09:00:37.383" v="588" actId="1076"/>
          <ac:picMkLst>
            <pc:docMk/>
            <pc:sldMk cId="453037567" sldId="272"/>
            <ac:picMk id="4" creationId="{637AAC04-45E4-1294-8961-F59ED9E2248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302082" y="3798373"/>
            <a:ext cx="8751105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3200" b="1" dirty="0"/>
              <a:t>Employee Management System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383280" y="1299172"/>
            <a:ext cx="8393388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= Vedika Yuvraj Warke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Qualification = B.E (AI &amp; DS)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 I am in Data Science = I want to be in data science because  I enjoy solving puzzles using data. It is exciting to see how a few lines of code can uncover insights that help a business </a:t>
            </a:r>
            <a:r>
              <a:rPr lang="en-IN" sz="24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succed</a:t>
            </a:r>
            <a:r>
              <a:rPr lang="en-IN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IN"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experience = Fresher</a:t>
            </a: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Self Introduction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52CB53-D2C5-1436-6A25-7ED9F557D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72" y="821521"/>
            <a:ext cx="2838508" cy="3686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lvl="0" indent="-431800">
              <a:buSzPts val="2400"/>
            </a:pPr>
            <a:r>
              <a:rPr lang="en-IN" sz="2400" b="1" dirty="0">
                <a:solidFill>
                  <a:schemeClr val="tx1"/>
                </a:solidFill>
              </a:rPr>
              <a:t>Real World Context</a:t>
            </a:r>
          </a:p>
          <a:p>
            <a:pPr lvl="0" indent="-431800">
              <a:buSzPts val="2400"/>
            </a:pPr>
            <a:r>
              <a:rPr lang="en-IN" sz="2400" b="1" dirty="0">
                <a:solidFill>
                  <a:schemeClr val="tx1"/>
                </a:solidFill>
              </a:rPr>
              <a:t>Dataset Source</a:t>
            </a:r>
          </a:p>
          <a:p>
            <a:pPr lvl="0" indent="-431800">
              <a:buSzPts val="2400"/>
            </a:pPr>
            <a:r>
              <a:rPr lang="en-IN" sz="2400" b="1" dirty="0">
                <a:solidFill>
                  <a:schemeClr val="tx1"/>
                </a:solidFill>
              </a:rPr>
              <a:t>Objective</a:t>
            </a:r>
          </a:p>
          <a:p>
            <a:pPr lvl="0" indent="-431800">
              <a:buSzPts val="2400"/>
            </a:pPr>
            <a:r>
              <a:rPr lang="en-US" sz="2400" b="1" dirty="0">
                <a:solidFill>
                  <a:schemeClr val="tx1"/>
                </a:solidFill>
              </a:rPr>
              <a:t>Why a Relational Database is Needed</a:t>
            </a:r>
            <a:endParaRPr lang="en-IN" sz="2400" b="1" dirty="0">
              <a:solidFill>
                <a:schemeClr val="tx1"/>
              </a:solidFill>
            </a:endParaRP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ER Diagram and schema explanation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(use cases)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SQL query results with screenshots or summaries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Final business insights and recommendations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 (Key finding overall)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Q&amp;A Slide </a:t>
            </a: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Your Experience/Challenges working on SQL – Data Analysis Project.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99BD-9296-E1C8-E9EC-5CCFD6B7F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667240" cy="884555"/>
          </a:xfrm>
        </p:spPr>
        <p:txBody>
          <a:bodyPr/>
          <a:lstStyle/>
          <a:p>
            <a:r>
              <a:rPr lang="en-IN" dirty="0">
                <a:solidFill>
                  <a:srgbClr val="EE0000"/>
                </a:solidFill>
              </a:rPr>
              <a:t>Real World Context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051DE-412A-9DA6-4EE1-B368CB371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68401"/>
            <a:ext cx="10515600" cy="4582160"/>
          </a:xfrm>
        </p:spPr>
        <p:txBody>
          <a:bodyPr>
            <a:normAutofit/>
          </a:bodyPr>
          <a:lstStyle/>
          <a:p>
            <a:r>
              <a:rPr lang="en-US" dirty="0"/>
              <a:t>This project represents a </a:t>
            </a:r>
            <a:r>
              <a:rPr lang="en-US" b="1" dirty="0"/>
              <a:t>Human Resource &amp; Payroll Management System</a:t>
            </a:r>
            <a:r>
              <a:rPr lang="en-US" dirty="0"/>
              <a:t> used in organizations to manage:</a:t>
            </a:r>
          </a:p>
          <a:p>
            <a:r>
              <a:rPr lang="en-US" dirty="0"/>
              <a:t>Employee personal details</a:t>
            </a:r>
          </a:p>
          <a:p>
            <a:r>
              <a:rPr lang="en-US" dirty="0"/>
              <a:t>Job roles and departments</a:t>
            </a:r>
          </a:p>
          <a:p>
            <a:r>
              <a:rPr lang="en-US" dirty="0"/>
              <a:t>Salary, bonuses, and payroll records</a:t>
            </a:r>
          </a:p>
          <a:p>
            <a:r>
              <a:rPr lang="en-US" dirty="0"/>
              <a:t>Employee qualifications</a:t>
            </a:r>
          </a:p>
          <a:p>
            <a:r>
              <a:rPr lang="en-US" dirty="0"/>
              <a:t>Leave management</a:t>
            </a:r>
          </a:p>
        </p:txBody>
      </p:sp>
    </p:spTree>
    <p:extLst>
      <p:ext uri="{BB962C8B-B14F-4D97-AF65-F5344CB8AC3E}">
        <p14:creationId xmlns:p14="http://schemas.microsoft.com/office/powerpoint/2010/main" val="334754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8A5CB-EFDC-F21F-A917-853D2E25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rgbClr val="EE0000"/>
                </a:solidFill>
              </a:rPr>
              <a:t>Dataset Source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43C79-98A1-2E62-94AF-E8C3A828F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572" y="1524175"/>
            <a:ext cx="10515600" cy="4351338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dirty="0"/>
              <a:t>The dataset used in this project is </a:t>
            </a:r>
            <a:r>
              <a:rPr lang="en-US" sz="2400" b="1" dirty="0"/>
              <a:t>self-created</a:t>
            </a:r>
            <a:r>
              <a:rPr lang="en-US" sz="2400" dirty="0"/>
              <a:t>. It is manually designed based on real-world HR and payroll system requirements to simulate employee, department, salary, leave, and payroll data for learning and analysis purposes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442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143D1-44F1-37EB-2327-BCC24C4A5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EE0000"/>
                </a:solidFill>
              </a:rPr>
              <a:t>Objective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539B6-350E-2C30-7832-E1388AB7A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39520"/>
            <a:ext cx="10515600" cy="4937443"/>
          </a:xfrm>
        </p:spPr>
        <p:txBody>
          <a:bodyPr/>
          <a:lstStyle/>
          <a:p>
            <a:pPr marL="114300" indent="0">
              <a:lnSpc>
                <a:spcPct val="150000"/>
              </a:lnSpc>
              <a:buNone/>
            </a:pPr>
            <a:r>
              <a:rPr lang="en-US" dirty="0"/>
              <a:t>To design a </a:t>
            </a:r>
            <a:r>
              <a:rPr lang="en-US" b="1" dirty="0"/>
              <a:t>relational database system</a:t>
            </a:r>
            <a:r>
              <a:rPr lang="en-US" dirty="0"/>
              <a:t> that:</a:t>
            </a:r>
          </a:p>
          <a:p>
            <a:pPr>
              <a:lnSpc>
                <a:spcPct val="150000"/>
              </a:lnSpc>
            </a:pPr>
            <a:r>
              <a:rPr lang="en-US" dirty="0"/>
              <a:t>Stores employee and job details efficiently</a:t>
            </a:r>
          </a:p>
          <a:p>
            <a:pPr>
              <a:lnSpc>
                <a:spcPct val="150000"/>
              </a:lnSpc>
            </a:pPr>
            <a:r>
              <a:rPr lang="en-US" dirty="0"/>
              <a:t>Automates payroll calculations</a:t>
            </a:r>
          </a:p>
          <a:p>
            <a:pPr>
              <a:lnSpc>
                <a:spcPct val="150000"/>
              </a:lnSpc>
            </a:pPr>
            <a:r>
              <a:rPr lang="en-US" dirty="0"/>
              <a:t>Tracks leave and qualifications</a:t>
            </a:r>
          </a:p>
          <a:p>
            <a:pPr>
              <a:lnSpc>
                <a:spcPct val="150000"/>
              </a:lnSpc>
            </a:pPr>
            <a:r>
              <a:rPr lang="en-US" dirty="0"/>
              <a:t>Supports accurate reporting and analysis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8700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44692-59A3-130A-37FA-093981CD8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40" y="365125"/>
            <a:ext cx="10906760" cy="101663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EE0000"/>
                </a:solidFill>
              </a:rPr>
              <a:t>Why a Relational Database is Needed</a:t>
            </a:r>
            <a:endParaRPr lang="en-IN" sz="3600" dirty="0">
              <a:solidFill>
                <a:srgbClr val="EE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9049B9-E897-87BB-6328-366B6048A3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47040" y="1094425"/>
            <a:ext cx="1072388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keeps the data accurate and consistent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using relationships (foreign keys), so wrong or   mismatched data is not stored.</a:t>
            </a:r>
          </a:p>
          <a:p>
            <a:pPr marL="285750" indent="-28575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same data does not have to be entered again and again, which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duplication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saves storage space.</a:t>
            </a:r>
          </a:p>
          <a:p>
            <a:pPr marL="285750" indent="-28575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allows us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 meaningful information easily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combining data from multiple tables using JOIN operations.</a:t>
            </a:r>
          </a:p>
          <a:p>
            <a:pPr marL="285750" indent="-28575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database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to manage, update, and expand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 the organization grows</a:t>
            </a:r>
          </a:p>
        </p:txBody>
      </p:sp>
    </p:spTree>
    <p:extLst>
      <p:ext uri="{BB962C8B-B14F-4D97-AF65-F5344CB8AC3E}">
        <p14:creationId xmlns:p14="http://schemas.microsoft.com/office/powerpoint/2010/main" val="2005748240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37D5F6-FDE4-E123-6EEC-B4A08EB619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7486" r="-3182"/>
          <a:stretch>
            <a:fillRect/>
          </a:stretch>
        </p:blipFill>
        <p:spPr>
          <a:xfrm>
            <a:off x="632221" y="325120"/>
            <a:ext cx="9680179" cy="661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399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9E9A-114F-657B-AD8A-0B6E0442E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690688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EE0000"/>
                </a:solidFill>
              </a:rPr>
              <a:t>Data</a:t>
            </a:r>
            <a:r>
              <a:rPr lang="en-IN" sz="3600" b="1" dirty="0"/>
              <a:t> </a:t>
            </a:r>
            <a:r>
              <a:rPr lang="en-IN" sz="3600" b="1" dirty="0">
                <a:solidFill>
                  <a:srgbClr val="EE0000"/>
                </a:solidFill>
              </a:rPr>
              <a:t>Description</a:t>
            </a:r>
            <a:endParaRPr lang="en-IN" sz="3600" dirty="0">
              <a:solidFill>
                <a:srgbClr val="EE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7AAC04-45E4-1294-8961-F59ED9E22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8" y="1499770"/>
            <a:ext cx="11008807" cy="409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03756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07377-1729-9C4C-5F0F-10057662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82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EE0000"/>
                </a:solidFill>
              </a:rPr>
              <a:t>Key analysis questions</a:t>
            </a:r>
            <a:endParaRPr lang="en-IN" sz="3600" dirty="0">
              <a:solidFill>
                <a:srgbClr val="EE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87F40-6B47-F99C-22F3-272628F48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282" y="941831"/>
            <a:ext cx="10515600" cy="5247953"/>
          </a:xfrm>
        </p:spPr>
        <p:txBody>
          <a:bodyPr>
            <a:normAutofit/>
          </a:bodyPr>
          <a:lstStyle/>
          <a:p>
            <a:r>
              <a:rPr lang="en-US" sz="2400" dirty="0"/>
              <a:t>Which job roles offer the highest salary?</a:t>
            </a:r>
          </a:p>
          <a:p>
            <a:r>
              <a:rPr lang="en-US" sz="2400" dirty="0"/>
              <a:t>                                                                                         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How many employees have at least one qualification listed?</a:t>
            </a:r>
          </a:p>
          <a:p>
            <a:pPr marL="11430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4C08A3-5282-D480-9773-BC625FC455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17" r="1917"/>
          <a:stretch>
            <a:fillRect/>
          </a:stretch>
        </p:blipFill>
        <p:spPr>
          <a:xfrm>
            <a:off x="1504631" y="1493945"/>
            <a:ext cx="5008204" cy="1623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74890A-CAD9-EA9F-F07F-CC2F456DA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003" y="4739948"/>
            <a:ext cx="6811326" cy="724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F08961-2EC6-6D87-62F4-4B20697F28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327" y="765983"/>
            <a:ext cx="2172003" cy="31627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B442C7-8A1D-BB24-9B92-5B6A7D1F7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4256" y="5533453"/>
            <a:ext cx="2524477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884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CD1EC-3497-643B-6C6E-B7F11033D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38200" y="291402"/>
            <a:ext cx="10515600" cy="7372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199CB-F366-595C-70D3-112E2625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r>
              <a:rPr lang="en-US" dirty="0"/>
              <a:t>Which year had the most employees taking leaves?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Which departments have the highest total salary allocation?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3C746-C56F-6AD0-6453-5AA0D2694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855" y="1017332"/>
            <a:ext cx="5895134" cy="18712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22D5B5-7A5A-E6F5-5B54-6152D6830D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0702" y="3969370"/>
            <a:ext cx="5029902" cy="19528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18BC16-0396-2AE9-0D89-0E88E36A89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740" r="2994"/>
          <a:stretch>
            <a:fillRect/>
          </a:stretch>
        </p:blipFill>
        <p:spPr>
          <a:xfrm>
            <a:off x="1740855" y="2877808"/>
            <a:ext cx="2578268" cy="5511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E9F1DA-FFEF-E624-938C-660871C46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066" y="3999844"/>
            <a:ext cx="2657846" cy="269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51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4D802-39D2-CB8D-CB78-9BC6B0C9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560" y="14160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EE0000"/>
                </a:solidFill>
              </a:rPr>
              <a:t>Business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B9B817D-B25B-76A4-8585-139EE2AF4B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0400" y="1359507"/>
            <a:ext cx="106934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Departments with more employees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spend more on salaries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helps management plan the budget properly.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Employees with better job positions and qualifications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higher salaries and bonuses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leaves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affect salary calculation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so tracking attendance is important.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Payroll data helps HR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the highest-paid employees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keep salaries fair.</a:t>
            </a:r>
          </a:p>
          <a:p>
            <a:pPr marL="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Keeping all employee data in one system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work faster and decisions easier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7924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BCD9A-C5EA-000A-97A7-F3FAB061C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EE0000"/>
                </a:solidFill>
              </a:rPr>
              <a:t>Conclusion</a:t>
            </a:r>
            <a:endParaRPr lang="en-IN" sz="3600" dirty="0">
              <a:solidFill>
                <a:srgbClr val="EE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66F0B-1147-75AD-C584-B21009F96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pPr marL="114300" indent="0">
              <a:buNone/>
            </a:pPr>
            <a:r>
              <a:rPr lang="en-US" sz="2400" dirty="0"/>
              <a:t>The Employee Payroll Management System:</a:t>
            </a:r>
          </a:p>
          <a:p>
            <a:r>
              <a:rPr lang="en-US" sz="2400" dirty="0"/>
              <a:t>Improves accuracy and efficiency</a:t>
            </a:r>
          </a:p>
          <a:p>
            <a:r>
              <a:rPr lang="en-US" sz="2400" dirty="0"/>
              <a:t>Reduces redundancy</a:t>
            </a:r>
          </a:p>
          <a:p>
            <a:r>
              <a:rPr lang="en-US" sz="2400" dirty="0"/>
              <a:t>Enables quick decision-making</a:t>
            </a:r>
          </a:p>
          <a:p>
            <a:r>
              <a:rPr lang="en-US" sz="2400" dirty="0"/>
              <a:t>Reflects real-world HR operations</a:t>
            </a:r>
          </a:p>
          <a:p>
            <a:pPr marL="114300" indent="0">
              <a:buNone/>
            </a:pPr>
            <a:r>
              <a:rPr lang="en-US" sz="2400" dirty="0"/>
              <a:t>   This database design is </a:t>
            </a:r>
            <a:r>
              <a:rPr lang="en-US" sz="2400" b="1" dirty="0"/>
              <a:t>scalable, secure, and industry-relevant</a:t>
            </a:r>
            <a:r>
              <a:rPr lang="en-US" sz="2400" dirty="0"/>
              <a:t>,      making it suitable for real organizational 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016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D78A-D3AE-C3B7-B2B8-972DD0BCB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31" y="135653"/>
            <a:ext cx="10515600" cy="1419383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EE0000"/>
                </a:solidFill>
              </a:rPr>
              <a:t>Your Experience/Challenges working on SQL</a:t>
            </a:r>
            <a:endParaRPr lang="en-IN" sz="3600" dirty="0">
              <a:solidFill>
                <a:srgbClr val="EE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77296-A691-5C24-66B2-B83C92E4D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257" y="1286189"/>
            <a:ext cx="11092543" cy="543615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000" dirty="0"/>
              <a:t>Working on this SQL data analysis project was a </a:t>
            </a:r>
            <a:r>
              <a:rPr lang="en-US" sz="2000" b="1" dirty="0"/>
              <a:t>valuable learning experience</a:t>
            </a:r>
            <a:r>
              <a:rPr lang="en-US" sz="2000" dirty="0"/>
              <a:t>. I learned how to design relational tables, write SQL queries, and analyze data to answer real business questions.</a:t>
            </a:r>
          </a:p>
          <a:p>
            <a:pPr marL="114300" indent="0">
              <a:buNone/>
            </a:pPr>
            <a:r>
              <a:rPr lang="en-US" sz="2000" b="1" dirty="0"/>
              <a:t>Challenges Faced</a:t>
            </a:r>
          </a:p>
          <a:p>
            <a:r>
              <a:rPr lang="en-US" sz="2000" dirty="0"/>
              <a:t> Understanding relationships between multiple tables</a:t>
            </a:r>
          </a:p>
          <a:p>
            <a:r>
              <a:rPr lang="en-US" sz="2000" dirty="0"/>
              <a:t>  Writing complex JOIN queries</a:t>
            </a:r>
          </a:p>
          <a:p>
            <a:r>
              <a:rPr lang="en-US" sz="2000" dirty="0"/>
              <a:t>  Handling foreign keys and data consistency</a:t>
            </a:r>
          </a:p>
          <a:p>
            <a:r>
              <a:rPr lang="en-US" sz="2000" dirty="0"/>
              <a:t>  Converting business questions into SQL queries</a:t>
            </a:r>
          </a:p>
          <a:p>
            <a:pPr marL="114300" indent="0">
              <a:buNone/>
            </a:pPr>
            <a:r>
              <a:rPr lang="en-US" sz="2000" b="1" dirty="0"/>
              <a:t>How I Overcame Them</a:t>
            </a:r>
          </a:p>
          <a:p>
            <a:r>
              <a:rPr lang="en-US" sz="2000" dirty="0"/>
              <a:t>Practiced ER diagrams before writing queries</a:t>
            </a:r>
          </a:p>
          <a:p>
            <a:r>
              <a:rPr lang="en-US" sz="2000" dirty="0"/>
              <a:t>Used step-by-step query building</a:t>
            </a:r>
          </a:p>
          <a:p>
            <a:r>
              <a:rPr lang="en-US" sz="2000" dirty="0"/>
              <a:t>Tested queries with sample data</a:t>
            </a:r>
          </a:p>
          <a:p>
            <a:r>
              <a:rPr lang="en-US" sz="2000" dirty="0"/>
              <a:t>Referred to documentation and examples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865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565</Words>
  <Application>Microsoft Office PowerPoint</Application>
  <PresentationFormat>Widescreen</PresentationFormat>
  <Paragraphs>84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Lato Black</vt:lpstr>
      <vt:lpstr>Calibri</vt:lpstr>
      <vt:lpstr>Libre Baskerville</vt:lpstr>
      <vt:lpstr>Office Theme</vt:lpstr>
      <vt:lpstr>PowerPoint Presentation</vt:lpstr>
      <vt:lpstr>PowerPoint Presentation</vt:lpstr>
      <vt:lpstr>Agenda </vt:lpstr>
      <vt:lpstr>Real World Context</vt:lpstr>
      <vt:lpstr>Dataset Source</vt:lpstr>
      <vt:lpstr>Objective </vt:lpstr>
      <vt:lpstr>Why a Relational Database is Needed</vt:lpstr>
      <vt:lpstr>PowerPoint Presentation</vt:lpstr>
      <vt:lpstr>Data Description</vt:lpstr>
      <vt:lpstr>Key analysis questions</vt:lpstr>
      <vt:lpstr>PowerPoint Presentation</vt:lpstr>
      <vt:lpstr>Business Insights</vt:lpstr>
      <vt:lpstr>Conclusion</vt:lpstr>
      <vt:lpstr>Your Experience/Challenges working on SQL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vedika warke</cp:lastModifiedBy>
  <cp:revision>2</cp:revision>
  <dcterms:created xsi:type="dcterms:W3CDTF">2021-02-16T05:19:01Z</dcterms:created>
  <dcterms:modified xsi:type="dcterms:W3CDTF">2025-12-20T09:01:49Z</dcterms:modified>
</cp:coreProperties>
</file>